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6" r:id="rId6"/>
    <p:sldId id="259" r:id="rId7"/>
    <p:sldId id="267" r:id="rId8"/>
    <p:sldId id="260" r:id="rId9"/>
    <p:sldId id="273" r:id="rId10"/>
    <p:sldId id="274" r:id="rId11"/>
    <p:sldId id="275" r:id="rId12"/>
    <p:sldId id="261" r:id="rId13"/>
    <p:sldId id="279" r:id="rId14"/>
    <p:sldId id="278" r:id="rId15"/>
    <p:sldId id="262" r:id="rId16"/>
    <p:sldId id="277" r:id="rId17"/>
    <p:sldId id="276" r:id="rId18"/>
    <p:sldId id="269" r:id="rId19"/>
    <p:sldId id="268" r:id="rId20"/>
    <p:sldId id="263" r:id="rId21"/>
    <p:sldId id="270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2B145-2F88-473B-8146-AFFE2BF6B803}" v="1" dt="2026-08-22T04:46:08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tha Sabitha" userId="a817836cae688642" providerId="LiveId" clId="{F11A0167-2C0D-4C07-BEBE-8A8269BD8EAC}"/>
    <pc:docChg chg="addSld modSld sldOrd">
      <pc:chgData name="Sabitha Sabitha" userId="a817836cae688642" providerId="LiveId" clId="{F11A0167-2C0D-4C07-BEBE-8A8269BD8EAC}" dt="2026-08-22T04:57:21.090" v="33" actId="1076"/>
      <pc:docMkLst>
        <pc:docMk/>
      </pc:docMkLst>
      <pc:sldChg chg="ord">
        <pc:chgData name="Sabitha Sabitha" userId="a817836cae688642" providerId="LiveId" clId="{F11A0167-2C0D-4C07-BEBE-8A8269BD8EAC}" dt="2026-08-22T04:45:56.493" v="1"/>
        <pc:sldMkLst>
          <pc:docMk/>
          <pc:sldMk cId="4008048651" sldId="269"/>
        </pc:sldMkLst>
      </pc:sldChg>
      <pc:sldChg chg="addSp delSp modSp add mod">
        <pc:chgData name="Sabitha Sabitha" userId="a817836cae688642" providerId="LiveId" clId="{F11A0167-2C0D-4C07-BEBE-8A8269BD8EAC}" dt="2026-08-22T04:57:21.090" v="33" actId="1076"/>
        <pc:sldMkLst>
          <pc:docMk/>
          <pc:sldMk cId="1214416292" sldId="270"/>
        </pc:sldMkLst>
        <pc:spChg chg="mod">
          <ac:chgData name="Sabitha Sabitha" userId="a817836cae688642" providerId="LiveId" clId="{F11A0167-2C0D-4C07-BEBE-8A8269BD8EAC}" dt="2026-08-22T04:46:24.977" v="23" actId="1076"/>
          <ac:spMkLst>
            <pc:docMk/>
            <pc:sldMk cId="1214416292" sldId="270"/>
            <ac:spMk id="2" creationId="{FE5AE7C0-224C-DCA8-6484-7F9E13AA862F}"/>
          </ac:spMkLst>
        </pc:spChg>
        <pc:spChg chg="del mod">
          <ac:chgData name="Sabitha Sabitha" userId="a817836cae688642" providerId="LiveId" clId="{F11A0167-2C0D-4C07-BEBE-8A8269BD8EAC}" dt="2026-08-22T04:46:55.599" v="26"/>
          <ac:spMkLst>
            <pc:docMk/>
            <pc:sldMk cId="1214416292" sldId="270"/>
            <ac:spMk id="4" creationId="{B4A08DCC-39B6-9615-4804-2C98BE69D704}"/>
          </ac:spMkLst>
        </pc:spChg>
        <pc:spChg chg="add mod">
          <ac:chgData name="Sabitha Sabitha" userId="a817836cae688642" providerId="LiveId" clId="{F11A0167-2C0D-4C07-BEBE-8A8269BD8EAC}" dt="2026-08-22T04:57:21.090" v="33" actId="1076"/>
          <ac:spMkLst>
            <pc:docMk/>
            <pc:sldMk cId="1214416292" sldId="270"/>
            <ac:spMk id="6" creationId="{6D48F328-BD12-7E2E-9AB7-8C9F06CCE03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B8883-AB64-2854-8231-50600E929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2C90A8-6519-6372-2A9A-D760EA4C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4BBA446-0111-40E3-247B-337B732C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3A97ED-17B8-B4B3-3574-968C9E53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FD41C0-AB18-1323-45D9-9B8D5970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7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E1401-927F-277E-230A-C30D32A2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C43FC9-0107-DC3F-8ECC-85B1B467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D1BF2C-763D-F9AB-C3C7-3972D87D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F1FFFF-6AFE-7A01-D96F-260E9674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53B0E0-0BD5-4B39-0CF0-54325784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99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A4B2AD-6D66-5809-3A97-9350D8DE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F5C032-6A19-BB39-639F-146410013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B07327-A9FD-A7DB-DFF7-CA34CC90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F43656-CDE7-6EBD-A3FD-49D07B62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E1F28BE-1546-C196-90E9-4B24B1ED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E061E4-CE9A-EF1E-ABDA-51550113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12A38F2-ECC9-305E-23E9-19A51269A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66113D5-5D10-0EFD-FFEE-9F9BBDD40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81E6D03-0D8B-8403-3F7B-64A2B267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0FCFEF-2226-BA64-F31A-FE7D8AC5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A5DA6F1-49BE-4D91-AB0D-05CA9D55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6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1888F7-120B-B288-ED40-F582A374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C36B19-E819-95CC-B97C-DD41E96CE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78254A6-60DC-4C21-FC01-D126EA2D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F5D17C0-88A9-B8A1-54DA-BCDB5D165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9128CBD-5F44-9D47-5E47-12872F7CA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E1BF4A5-0C4D-6AB2-8249-0A6C87C7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48F0C69-5882-B0CA-A041-308804C7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A9D559B-9559-C9D3-1280-91A0307E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2F2229-41FD-15B1-FE80-D8D7ED970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CB4BD47-C7BE-1F18-668C-E89EDB08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3A036E7-6F48-08ED-064E-3CEDC6800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79CA2C3-C4E0-8621-2E15-F06755CF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80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96DAAEC-9A93-1241-3B05-FB2F5D0A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88CFA34-848B-EDE7-AE8D-1F82CC8E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A333EC7-34F7-8009-9C3F-56555638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92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967EB6-C125-A3ED-36F9-0FC11A8D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E2890E-FD3A-2C26-9D36-3B639C37C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31699A5-E55C-84C2-147B-DCF2A7C64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F815C12-CFAB-28BE-F2A5-2EE5CB44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3A0AAFC-6D00-85B7-7FE7-A5C3CC7D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0700C36-5439-3B78-FBA3-3E2E0FF5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07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9C7BA1-0FEC-5F4C-5CA6-D6417548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A49D0E3-739F-C551-1DE9-BD3F3EF7B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6471F8E-9031-207E-F5EF-454BB7468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4A54E51-169F-AF82-817A-900498D1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78D15F6-F980-42EF-D9BF-B01943F2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51E2DE9-4C88-F1FE-8F66-BBBC48F5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CEDE39-1353-0937-58E9-709F0F5E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D3058ED-11EC-9052-847C-576E36B71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1FC978-5AFB-5BAE-A8D0-E58A0BB9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8D8FE5-13FB-7F84-BFB8-4F1A04DE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E4641A1-7F94-0036-C4F5-0F00311EE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92AB3D4-2ED2-3F3A-CF5B-A87BB6149E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7A997C1-1B77-1700-FA1C-6CEF64CAD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2C7121-140D-7CE4-DAD2-C1B6D159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9B96F-753E-0445-D5CB-721C01CCB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6CBECC-F258-9177-FC8E-771230CA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229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B3F8943-6141-6DD3-3925-988D7258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B578ED2-0C5B-CCC7-EDED-3F0CC6C54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611A1A-F15A-4666-55C5-DC3776680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4070F-50F5-416D-AE33-0DDA6ECC666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B39CB9-8A9F-4879-F547-900250A17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6BC599-6D61-BEF3-7C60-E66A7C830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11485-B835-4917-92AA-08A57ABBD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8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D176F4-DC23-1313-0670-59DED5EC3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084" y="1661257"/>
            <a:ext cx="10820667" cy="1475072"/>
          </a:xfrm>
        </p:spPr>
        <p:txBody>
          <a:bodyPr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Records and Search System using String Matching Algorithms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xmlns="" id="{F9E7E456-98C5-D02B-1864-50AE6F049DF6}"/>
              </a:ext>
            </a:extLst>
          </p:cNvPr>
          <p:cNvSpPr txBox="1">
            <a:spLocks/>
          </p:cNvSpPr>
          <p:nvPr/>
        </p:nvSpPr>
        <p:spPr>
          <a:xfrm>
            <a:off x="7983201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 Rajesh Kumar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 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9978BAA-B725-C2BD-0D35-F15E7C5F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850A4C30-7EA0-6F89-C780-85A80785CD0E}"/>
              </a:ext>
            </a:extLst>
          </p:cNvPr>
          <p:cNvSpPr txBox="1">
            <a:spLocks/>
          </p:cNvSpPr>
          <p:nvPr/>
        </p:nvSpPr>
        <p:spPr>
          <a:xfrm>
            <a:off x="1077383" y="4350844"/>
            <a:ext cx="3131418" cy="1475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Poojitha A (192511230)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Sabitha V (192421415)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Nandhini M (192472318)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xmlns="" id="{626EBD66-ADB2-0CFA-482F-DA767E4EF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272877"/>
            <a:ext cx="9144000" cy="374344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CSA0303 –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94976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14F5E0-FBB6-A49B-5C39-679AF8935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35E20D-6AAB-42C5-1996-B48C22C1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479" y="185396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BF62F83-5CB8-397E-6A6A-8299C115CB7B}"/>
              </a:ext>
            </a:extLst>
          </p:cNvPr>
          <p:cNvSpPr txBox="1"/>
          <p:nvPr/>
        </p:nvSpPr>
        <p:spPr>
          <a:xfrm>
            <a:off x="1586272" y="2747700"/>
            <a:ext cx="1035368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stores and manages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string matching algorithms for fast and accurate search of names/data.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improves investigation speed.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quick retrieval of matching records even in large datasets.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data accuracy and supports law enforcement decision-making.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A6709AA-DBAD-A45E-A619-5266F2F9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8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46AE36-4E4B-B40E-E8F5-70B7BA66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3463" y="1611347"/>
            <a:ext cx="5025704" cy="89373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1E97C4-90FA-3DA2-B24B-9ACAC4D686BC}"/>
              </a:ext>
            </a:extLst>
          </p:cNvPr>
          <p:cNvSpPr txBox="1"/>
          <p:nvPr/>
        </p:nvSpPr>
        <p:spPr>
          <a:xfrm>
            <a:off x="1005979" y="2593308"/>
            <a:ext cx="10680700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investigations require quick and accurate access to records.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 searches may fail with incomplete or misspelled names.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string matching algorithms to improve search accuracy.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searching criminal names, biometric patterns, and case histories.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law enforcement identify suspects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D90A6E0-B4E0-73D5-CB2E-2C0EE17D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67" y="257558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17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3D19D5-F03E-E202-D6FC-5CEE3A57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846" y="1499333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5C9D837-3279-67C5-576E-5098FAB1F06E}"/>
              </a:ext>
            </a:extLst>
          </p:cNvPr>
          <p:cNvSpPr txBox="1"/>
          <p:nvPr/>
        </p:nvSpPr>
        <p:spPr>
          <a:xfrm>
            <a:off x="926123" y="2481996"/>
            <a:ext cx="113538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criminal databases are difficult to search manually.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Misspelled or partial suspect names reduce search accuracy.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matching DNA or fingerprint patterns is time-consuming.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descriptions are stored as unstructured text, making searches slow. 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struggle with fast and reliable pattern matching.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0606278-D35E-CC9F-34D2-E9927E078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3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BB779B-FF3B-46F9-037B-B1D06DEB8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C01A4A-50F2-AC4F-41C3-34D51D03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1" y="1518487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E9AB243-6918-9C32-E3E3-95C1836FEEA9}"/>
              </a:ext>
            </a:extLst>
          </p:cNvPr>
          <p:cNvSpPr txBox="1"/>
          <p:nvPr/>
        </p:nvSpPr>
        <p:spPr>
          <a:xfrm>
            <a:off x="1954823" y="2694581"/>
            <a:ext cx="106299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fast criminal record search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suspect identification using string matching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partial and misspelled names accurately.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biometric patterns efficiently.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history using keyword-based indexing.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search time and improve investigation efficiency.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B11A866-B241-E026-33BF-EA7476355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102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53BE20-6998-0E6D-4BCF-E8BFD139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8455" y="1606410"/>
            <a:ext cx="53340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5917CF7-E7D2-01BC-4CC4-DFB5F36EDEAA}"/>
              </a:ext>
            </a:extLst>
          </p:cNvPr>
          <p:cNvSpPr txBox="1"/>
          <p:nvPr/>
        </p:nvSpPr>
        <p:spPr>
          <a:xfrm>
            <a:off x="1429075" y="2720958"/>
            <a:ext cx="1123184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store criminal records in a structured database.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data (clean names, remove duplicates, standardize format).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string matching algorithms (like Naive, KMP, or Rabin-Karp) for searching.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input query with stored records to find matches quickly.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matched results efficiently for user/law enforcement 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C72286D-BDCA-5D7B-937C-996761D0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64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49206E8-7692-3B59-F823-5560E273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C6BA5B-3C34-142C-EE46-4AA3FE0B1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327638"/>
            <a:ext cx="5334000" cy="5668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02A7DA2-1957-6A93-DD7B-DD265CEFD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6"/>
            <a:ext cx="10037233" cy="952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3532BF3-1C97-5306-4BB3-2483A1252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08" b="4122"/>
          <a:stretch>
            <a:fillRect/>
          </a:stretch>
        </p:blipFill>
        <p:spPr>
          <a:xfrm>
            <a:off x="952500" y="1894480"/>
            <a:ext cx="10287000" cy="468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3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C05D7A-6017-5AE5-FBC5-612E5770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46" y="1192690"/>
            <a:ext cx="9791700" cy="8667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Alias &amp; Name Matcher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1823FD6-7DE4-3A91-396D-F392F93FFB9D}"/>
              </a:ext>
            </a:extLst>
          </p:cNvPr>
          <p:cNvSpPr txBox="1"/>
          <p:nvPr/>
        </p:nvSpPr>
        <p:spPr>
          <a:xfrm>
            <a:off x="1137138" y="1626078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suspects using complete, partial, or misspelled names.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name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name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 in large databases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Knuth-Morris-Pratt (KMP)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suspect identification ,Reduced manual searching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FB0B9B-21EE-026F-1F5B-DC532F1D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4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9" name="Picture 3" descr="C:\Users\pgkre\Pictures\Screenshots\Screenshot 2026-08-27 10431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1800"/>
            <a:ext cx="4637313" cy="6443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pgkre\Pictures\Screenshots\Screenshot 2026-08-27 10433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314" y="171801"/>
            <a:ext cx="4602462" cy="628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71800"/>
            <a:ext cx="4467225" cy="65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640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C:\Users\pgkre\Pictures\Screenshots\Screenshot 2026-08-27 10413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0"/>
            <a:ext cx="3508051" cy="36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C:\Users\pgkre\Pictures\Screenshots\Screenshot 2026-08-27 10415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551" y="340358"/>
            <a:ext cx="3582955" cy="566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C:\Users\pgkre\Pictures\Screenshots\Screenshot 2026-08-27 10420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949" y="251927"/>
            <a:ext cx="3276600" cy="603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068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C:\Users\pgkre\Pictures\Screenshots\Screenshot 2026-08-27 1042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48" y="-41988"/>
            <a:ext cx="4633913" cy="675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pgkre\Pictures\Screenshots\Screenshot 2026-08-27 1042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699" y="-1"/>
            <a:ext cx="7095671" cy="6717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30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5270FE-8206-4FA2-BEE1-FE35749C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193" y="1206184"/>
            <a:ext cx="10515600" cy="60007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DNA/Fingerprint Pattern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2E40C2D-D53B-B02A-D9F1-37554C4B7BE6}"/>
              </a:ext>
            </a:extLst>
          </p:cNvPr>
          <p:cNvSpPr txBox="1"/>
          <p:nvPr/>
        </p:nvSpPr>
        <p:spPr>
          <a:xfrm>
            <a:off x="1699846" y="1646026"/>
            <a:ext cx="109474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biometric samples with stored criminal records.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sequence matching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pattern comparison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biometric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pattern recognition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Algorithm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repeat offenders ,Faster biometric verification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5D05285-6018-BEAD-D136-A810E9EB0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91" y="9501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2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29" y="1727654"/>
            <a:ext cx="2904827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4" y="1714500"/>
            <a:ext cx="39204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78" y="1714501"/>
            <a:ext cx="4130675" cy="4735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73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Sample output</a:t>
            </a:r>
            <a:endParaRPr lang="en-IN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528" y="1816294"/>
            <a:ext cx="3494448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346" y="1698172"/>
            <a:ext cx="4152122" cy="4683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47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06F0EF-6E9A-F536-85DE-92D784C0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35" y="1389522"/>
            <a:ext cx="7937500" cy="44767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Case History Indexer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64ACAAB-A2E9-C085-3250-82F1A5890404}"/>
              </a:ext>
            </a:extLst>
          </p:cNvPr>
          <p:cNvSpPr txBox="1"/>
          <p:nvPr/>
        </p:nvSpPr>
        <p:spPr>
          <a:xfrm>
            <a:off x="1286608" y="1613360"/>
            <a:ext cx="10515600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crime descriptions using keywords.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Crime keyword search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Modus Operandi detection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text scanning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case identification 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Algorithm (Rolling Hash)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retrieval of similar cases ,Better crime pattern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D0BEA1A-C856-8C76-25E9-7F5D84841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67" y="54516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7E4FEB7-2F3B-440D-CBA4-6F268354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11" y="1728625"/>
            <a:ext cx="3534713" cy="448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824" y="1622263"/>
            <a:ext cx="3032449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182" y="1728625"/>
            <a:ext cx="3902075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2893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7E4FEB7-2F3B-440D-CBA4-6F268354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576" y="1609142"/>
            <a:ext cx="10422293" cy="461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8113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0F9F86-C878-716F-539E-2183AE30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C774F7-EC5C-80EE-0EC6-412C59345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010" y="1632694"/>
            <a:ext cx="5666376" cy="819546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5B35591-07B9-A094-8306-2DDA3C93C853}"/>
              </a:ext>
            </a:extLst>
          </p:cNvPr>
          <p:cNvSpPr txBox="1"/>
          <p:nvPr/>
        </p:nvSpPr>
        <p:spPr>
          <a:xfrm>
            <a:off x="943004" y="2452240"/>
            <a:ext cx="1110878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fast and intelligent criminal record search solution.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improves name and alias matching accuracy.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enables efficient biometric pattern matching.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accelerates crime history searches.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investigation time, improves search accuracy, and supports law enforcement in solving cases more 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0D71F7E-A7C4-CDEF-A642-43F370F1B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48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A978CDC-D09C-E538-C47D-9E905FDD8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9C9355-D2FD-637C-FF43-82FBAE41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30" y="1632694"/>
            <a:ext cx="3704610" cy="8195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878DD53-1A1D-1FA6-DDBE-7E8F744B5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940B637-8A0C-7F6F-4B03-BC9363DC54C2}"/>
              </a:ext>
            </a:extLst>
          </p:cNvPr>
          <p:cNvSpPr txBox="1"/>
          <p:nvPr/>
        </p:nvSpPr>
        <p:spPr>
          <a:xfrm>
            <a:off x="494950" y="2459330"/>
            <a:ext cx="12675765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expanded to handle larger criminal databases efficiently.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matching techniques can improve search accuracy and speed.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integrated with police databases for faster record access.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web applications can make the system easier for authorized users.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can be added to protect sensitive criminal records.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942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628152-B92A-614F-42FB-C64F53A0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30" y="1632694"/>
            <a:ext cx="3704610" cy="8195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DA04392-A638-DF7C-59AA-50B4C5169310}"/>
              </a:ext>
            </a:extLst>
          </p:cNvPr>
          <p:cNvSpPr txBox="1"/>
          <p:nvPr/>
        </p:nvSpPr>
        <p:spPr>
          <a:xfrm>
            <a:off x="943004" y="2452240"/>
            <a:ext cx="1110878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fast and intelligent criminal record search solution.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KMP improves name and alias matching accuracy.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Boyer-Moore enables efficient biometric pattern matching.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Rabin-Karp accelerates crime history searches.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investigation time, improves search accuracy, and supports law enforcement in solving cases more effectively.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7E4FEB7-2F3B-440D-CBA4-6F268354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38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87387D-C9D7-787A-E522-7925C27E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5AE7C0-224C-DCA8-6484-7F9E13AA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59" y="1632694"/>
            <a:ext cx="3704610" cy="8195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3758AF-BC04-C9F7-566E-888A95D37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83" y="282725"/>
            <a:ext cx="10037233" cy="11111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48F328-BD12-7E2E-9AB7-8C9F06CCE035}"/>
              </a:ext>
            </a:extLst>
          </p:cNvPr>
          <p:cNvSpPr txBox="1"/>
          <p:nvPr/>
        </p:nvSpPr>
        <p:spPr>
          <a:xfrm>
            <a:off x="1077383" y="2452240"/>
            <a:ext cx="96704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Ministry of Home Affairs, Government of India, “Inter-Operable Criminal Justice System (ICJS),” Government of India, 2024.</a:t>
            </a: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W. Z. Khan, M. K. Khan, A. Ahmad, and others, “Exact String Matching Algorithms: Survey, Issues, and Future Research Directions,”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pp. 69614–69637, 2019.</a:t>
            </a: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D. Benny and S. Sathyan, “Text Pattern Searching Algorithm: Naive, KMP, Rabin Karp Comparative Study,”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Science, Communication and 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S. Boyer and J. S. Moore, “A fast string searching algorithm,”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of the ACM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10, pp. 762–772, Oct. 1977.</a:t>
            </a: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E. Knuth, J. H. Morris, Jr., and V. R. Pratt, “Fast pattern matching in strings,”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SIAM Journal on Computing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2, pp. 323–350, Jun. 1977.</a:t>
            </a:r>
          </a:p>
        </p:txBody>
      </p:sp>
    </p:spTree>
    <p:extLst>
      <p:ext uri="{BB962C8B-B14F-4D97-AF65-F5344CB8AC3E}">
        <p14:creationId xmlns:p14="http://schemas.microsoft.com/office/powerpoint/2010/main" val="1214416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FF2548-BEFC-2A6F-B9D8-A61212F8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72" y="862919"/>
            <a:ext cx="10515600" cy="5132161"/>
          </a:xfrm>
        </p:spPr>
        <p:txBody>
          <a:bodyPr>
            <a:noAutofit/>
          </a:bodyPr>
          <a:lstStyle/>
          <a:p>
            <a:pPr algn="ctr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74313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833</Words>
  <Application>Microsoft Office PowerPoint</Application>
  <PresentationFormat>Custom</PresentationFormat>
  <Paragraphs>98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Criminal Records and Search System using String Matching Algorithms</vt:lpstr>
      <vt:lpstr>Abstract</vt:lpstr>
      <vt:lpstr>Introduction</vt:lpstr>
      <vt:lpstr>Problem Statement</vt:lpstr>
      <vt:lpstr>Objectives</vt:lpstr>
      <vt:lpstr>Methodology</vt:lpstr>
      <vt:lpstr>System Architecture</vt:lpstr>
      <vt:lpstr>Module 1 – Alias &amp; Name Matcher</vt:lpstr>
      <vt:lpstr>PowerPoint Presentation</vt:lpstr>
      <vt:lpstr>PowerPoint Presentation</vt:lpstr>
      <vt:lpstr>PowerPoint Presentation</vt:lpstr>
      <vt:lpstr>Module 2 – DNA/Fingerprint Pattern Search</vt:lpstr>
      <vt:lpstr>PowerPoint Presentation</vt:lpstr>
      <vt:lpstr>Sample output</vt:lpstr>
      <vt:lpstr>Module 3 – Case History Indexer</vt:lpstr>
      <vt:lpstr>PowerPoint Presentation</vt:lpstr>
      <vt:lpstr>PowerPoint Presentation</vt:lpstr>
      <vt:lpstr>Results and Discussion</vt:lpstr>
      <vt:lpstr>Future Scope</vt:lpstr>
      <vt:lpstr>Conclusion</vt:lpstr>
      <vt:lpstr>References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Criminal Records and Search System using String Matching Algorithms</dc:title>
  <dc:creator>Mandem Nandhini</dc:creator>
  <cp:lastModifiedBy>GopiKrishna Reddy</cp:lastModifiedBy>
  <cp:revision>7</cp:revision>
  <dcterms:created xsi:type="dcterms:W3CDTF">2026-07-24T17:48:25Z</dcterms:created>
  <dcterms:modified xsi:type="dcterms:W3CDTF">2026-08-27T06:00:03Z</dcterms:modified>
</cp:coreProperties>
</file>